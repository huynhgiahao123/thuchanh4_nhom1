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5187F6-4D50-4B19-B140-CC77FBE05E35}">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3" autoAdjust="0"/>
    <p:restoredTop sz="94660"/>
  </p:normalViewPr>
  <p:slideViewPr>
    <p:cSldViewPr snapToGrid="0" showGuides="1">
      <p:cViewPr varScale="1">
        <p:scale>
          <a:sx n="75" d="100"/>
          <a:sy n="75" d="100"/>
        </p:scale>
        <p:origin x="912"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7509D-EDFD-4326-8230-AC62336AD6D7}"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059108-FF64-441E-B843-A27F04D69C38}" type="slidenum">
              <a:rPr lang="en-US" smtClean="0"/>
              <a:t>‹#›</a:t>
            </a:fld>
            <a:endParaRPr lang="en-US"/>
          </a:p>
        </p:txBody>
      </p:sp>
    </p:spTree>
    <p:extLst>
      <p:ext uri="{BB962C8B-B14F-4D97-AF65-F5344CB8AC3E}">
        <p14:creationId xmlns:p14="http://schemas.microsoft.com/office/powerpoint/2010/main" val="402490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689D9-A61B-DA18-0973-319E7269ACBA}"/>
              </a:ext>
            </a:extLst>
          </p:cNvPr>
          <p:cNvSpPr>
            <a:spLocks noGrp="1"/>
          </p:cNvSpPr>
          <p:nvPr>
            <p:ph type="ctrTitle"/>
          </p:nvPr>
        </p:nvSpPr>
        <p:spPr>
          <a:xfrm>
            <a:off x="1524000" y="1122363"/>
            <a:ext cx="9144000" cy="2387600"/>
          </a:xfrm>
        </p:spPr>
        <p:txBody>
          <a:bodyPr anchor="b"/>
          <a:lstStyle>
            <a:lvl1pPr algn="ctr">
              <a:defRPr sz="5000"/>
            </a:lvl1pPr>
          </a:lstStyle>
          <a:p>
            <a:r>
              <a:rPr lang="en-US"/>
              <a:t>Click to edit Master title style</a:t>
            </a:r>
          </a:p>
        </p:txBody>
      </p:sp>
      <p:sp>
        <p:nvSpPr>
          <p:cNvPr id="3" name="Subtitle 2">
            <a:extLst>
              <a:ext uri="{FF2B5EF4-FFF2-40B4-BE49-F238E27FC236}">
                <a16:creationId xmlns:a16="http://schemas.microsoft.com/office/drawing/2014/main" id="{706BE126-B0C7-17E9-854E-7C2D15ED6FF3}"/>
              </a:ext>
            </a:extLst>
          </p:cNvPr>
          <p:cNvSpPr>
            <a:spLocks noGrp="1"/>
          </p:cNvSpPr>
          <p:nvPr>
            <p:ph type="subTitle" idx="1"/>
          </p:nvPr>
        </p:nvSpPr>
        <p:spPr>
          <a:xfrm>
            <a:off x="1524000" y="3602038"/>
            <a:ext cx="9144000" cy="1655762"/>
          </a:xfrm>
        </p:spPr>
        <p:txBody>
          <a:bodyPr/>
          <a:lstStyle>
            <a:lvl1pPr marL="0" indent="0" algn="ctr">
              <a:buNone/>
              <a:defRPr sz="3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2858876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C049C-FC4F-4587-839C-8E5C14B6B4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50058B-4322-DD60-DEE1-E390951DF268}"/>
              </a:ext>
            </a:extLst>
          </p:cNvPr>
          <p:cNvSpPr>
            <a:spLocks noGrp="1"/>
          </p:cNvSpPr>
          <p:nvPr>
            <p:ph idx="1"/>
          </p:nvPr>
        </p:nvSpPr>
        <p:spPr/>
        <p:txBody>
          <a:bodyPr/>
          <a:lstStyle>
            <a:lvl2pPr>
              <a:buFont typeface="Times New Roman" panose="02020603050405020304" pitchFamily="18"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B2F521F-B35D-A44D-20CD-66EFC5306CA5}"/>
              </a:ext>
            </a:extLst>
          </p:cNvPr>
          <p:cNvSpPr>
            <a:spLocks noGrp="1"/>
          </p:cNvSpPr>
          <p:nvPr>
            <p:ph type="dt" sz="half" idx="10"/>
          </p:nvPr>
        </p:nvSpPr>
        <p:spPr>
          <a:xfrm>
            <a:off x="838200" y="6356350"/>
            <a:ext cx="2743200" cy="365125"/>
          </a:xfrm>
          <a:prstGeom prst="rect">
            <a:avLst/>
          </a:prstGeom>
        </p:spPr>
        <p:txBody>
          <a:bodyPr/>
          <a:lstStyle/>
          <a:p>
            <a:fld id="{3F9066FE-CB88-4889-A2FB-348F0FA82AF0}" type="datetime1">
              <a:rPr lang="en-US" smtClean="0"/>
              <a:t>2/4/2026</a:t>
            </a:fld>
            <a:endParaRPr lang="en-US"/>
          </a:p>
        </p:txBody>
      </p:sp>
      <p:sp>
        <p:nvSpPr>
          <p:cNvPr id="5" name="Footer Placeholder 4">
            <a:extLst>
              <a:ext uri="{FF2B5EF4-FFF2-40B4-BE49-F238E27FC236}">
                <a16:creationId xmlns:a16="http://schemas.microsoft.com/office/drawing/2014/main" id="{11FB4B96-8558-F4A3-7195-3BC391BD474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0CA8D81-179F-F0BB-0D45-3BBE0D47AD92}"/>
              </a:ext>
            </a:extLst>
          </p:cNvPr>
          <p:cNvSpPr>
            <a:spLocks noGrp="1"/>
          </p:cNvSpPr>
          <p:nvPr>
            <p:ph type="sldNum" sz="quarter" idx="12"/>
          </p:nvPr>
        </p:nvSpPr>
        <p:spPr>
          <a:xfrm>
            <a:off x="8610600" y="6356350"/>
            <a:ext cx="2743200" cy="365125"/>
          </a:xfrm>
          <a:prstGeom prst="rect">
            <a:avLst/>
          </a:prstGeom>
        </p:spPr>
        <p:txBody>
          <a:bodyPr/>
          <a:lstStyle>
            <a:lvl1pPr>
              <a:defRPr sz="1800"/>
            </a:lvl1pPr>
          </a:lstStyle>
          <a:p>
            <a:fld id="{E2E4E197-E008-45A3-98F2-A01D8E0D3EA7}" type="slidenum">
              <a:rPr lang="en-US" smtClean="0"/>
              <a:pPr/>
              <a:t>‹#›</a:t>
            </a:fld>
            <a:endParaRPr lang="en-US" sz="1800" dirty="0"/>
          </a:p>
        </p:txBody>
      </p:sp>
    </p:spTree>
    <p:extLst>
      <p:ext uri="{BB962C8B-B14F-4D97-AF65-F5344CB8AC3E}">
        <p14:creationId xmlns:p14="http://schemas.microsoft.com/office/powerpoint/2010/main" val="3795431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10485-DED6-3C85-FA0E-35660A8769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1E6453-8DB1-6561-4BF4-D6A6735BC2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08F4B3-6307-54F9-67E7-5693F08E1684}"/>
              </a:ext>
            </a:extLst>
          </p:cNvPr>
          <p:cNvSpPr>
            <a:spLocks noGrp="1"/>
          </p:cNvSpPr>
          <p:nvPr>
            <p:ph type="dt" sz="half" idx="10"/>
          </p:nvPr>
        </p:nvSpPr>
        <p:spPr>
          <a:xfrm>
            <a:off x="838200" y="6356350"/>
            <a:ext cx="2743200" cy="365125"/>
          </a:xfrm>
          <a:prstGeom prst="rect">
            <a:avLst/>
          </a:prstGeom>
        </p:spPr>
        <p:txBody>
          <a:bodyPr/>
          <a:lstStyle/>
          <a:p>
            <a:fld id="{1612D079-99EF-4F05-B00F-A1D502E25749}" type="datetime1">
              <a:rPr lang="en-US" smtClean="0"/>
              <a:t>2/4/2026</a:t>
            </a:fld>
            <a:endParaRPr lang="en-US"/>
          </a:p>
        </p:txBody>
      </p:sp>
      <p:sp>
        <p:nvSpPr>
          <p:cNvPr id="5" name="Footer Placeholder 4">
            <a:extLst>
              <a:ext uri="{FF2B5EF4-FFF2-40B4-BE49-F238E27FC236}">
                <a16:creationId xmlns:a16="http://schemas.microsoft.com/office/drawing/2014/main" id="{A99EA2E3-322A-328E-0A25-3224016688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04B276-DD7A-624F-794C-AE870493EF70}"/>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255052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CF2C9-B033-FCFE-0CD7-370494D858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132CC6-6AF5-D5D8-B503-C3D88D8D1C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88DF51-9436-FC19-B423-6BBB91593A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3193C9-799C-3891-1957-53C5D0C56AE2}"/>
              </a:ext>
            </a:extLst>
          </p:cNvPr>
          <p:cNvSpPr>
            <a:spLocks noGrp="1"/>
          </p:cNvSpPr>
          <p:nvPr>
            <p:ph type="dt" sz="half" idx="10"/>
          </p:nvPr>
        </p:nvSpPr>
        <p:spPr>
          <a:xfrm>
            <a:off x="838200" y="6356350"/>
            <a:ext cx="2743200" cy="365125"/>
          </a:xfrm>
          <a:prstGeom prst="rect">
            <a:avLst/>
          </a:prstGeom>
        </p:spPr>
        <p:txBody>
          <a:bodyPr/>
          <a:lstStyle/>
          <a:p>
            <a:fld id="{BA9BA0B6-EE83-41F1-8091-D67881444FF3}" type="datetime1">
              <a:rPr lang="en-US" smtClean="0"/>
              <a:t>2/4/2026</a:t>
            </a:fld>
            <a:endParaRPr lang="en-US"/>
          </a:p>
        </p:txBody>
      </p:sp>
      <p:sp>
        <p:nvSpPr>
          <p:cNvPr id="6" name="Footer Placeholder 5">
            <a:extLst>
              <a:ext uri="{FF2B5EF4-FFF2-40B4-BE49-F238E27FC236}">
                <a16:creationId xmlns:a16="http://schemas.microsoft.com/office/drawing/2014/main" id="{EC21B425-5AF1-2FAC-81E9-44F10AF8F7E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93CEEA3-0EA1-FD64-9D89-873688D1206B}"/>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4015918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CC276-5E46-3048-48B5-8C671D6CF4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25F8F3-1636-53A3-679D-C305571BD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BDAD17-8370-1670-F901-DE6AB34675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D3D170-C75B-6A22-5890-D68B519E21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40A5C-C1AC-22AF-0D3D-83583A2A94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7ADDB3-9B54-5486-AB78-9439DD2D6F53}"/>
              </a:ext>
            </a:extLst>
          </p:cNvPr>
          <p:cNvSpPr>
            <a:spLocks noGrp="1"/>
          </p:cNvSpPr>
          <p:nvPr>
            <p:ph type="dt" sz="half" idx="10"/>
          </p:nvPr>
        </p:nvSpPr>
        <p:spPr>
          <a:xfrm>
            <a:off x="838200" y="6356350"/>
            <a:ext cx="2743200" cy="365125"/>
          </a:xfrm>
          <a:prstGeom prst="rect">
            <a:avLst/>
          </a:prstGeom>
        </p:spPr>
        <p:txBody>
          <a:bodyPr/>
          <a:lstStyle/>
          <a:p>
            <a:fld id="{FA7752FC-0670-45D2-ACFF-2BFC438399C9}" type="datetime1">
              <a:rPr lang="en-US" smtClean="0"/>
              <a:t>2/4/2026</a:t>
            </a:fld>
            <a:endParaRPr lang="en-US"/>
          </a:p>
        </p:txBody>
      </p:sp>
      <p:sp>
        <p:nvSpPr>
          <p:cNvPr id="8" name="Footer Placeholder 7">
            <a:extLst>
              <a:ext uri="{FF2B5EF4-FFF2-40B4-BE49-F238E27FC236}">
                <a16:creationId xmlns:a16="http://schemas.microsoft.com/office/drawing/2014/main" id="{489B8638-C67B-947A-91FF-B41E223B104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CECA3F3-6BE0-655E-525F-C94192A1D007}"/>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636949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0E3F-2EC0-1E51-171D-6D0CA8A52728}"/>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283748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8900D-18C9-B6F3-B326-45DE50613944}"/>
              </a:ext>
            </a:extLst>
          </p:cNvPr>
          <p:cNvSpPr>
            <a:spLocks noGrp="1"/>
          </p:cNvSpPr>
          <p:nvPr>
            <p:ph type="dt" sz="half" idx="10"/>
          </p:nvPr>
        </p:nvSpPr>
        <p:spPr>
          <a:xfrm>
            <a:off x="838200" y="6356350"/>
            <a:ext cx="2743200" cy="365125"/>
          </a:xfrm>
          <a:prstGeom prst="rect">
            <a:avLst/>
          </a:prstGeom>
        </p:spPr>
        <p:txBody>
          <a:bodyPr/>
          <a:lstStyle/>
          <a:p>
            <a:fld id="{A5FB518C-C87A-4D28-8D9C-6775249BFC62}" type="datetime1">
              <a:rPr lang="en-US" smtClean="0"/>
              <a:t>2/4/2026</a:t>
            </a:fld>
            <a:endParaRPr lang="en-US"/>
          </a:p>
        </p:txBody>
      </p:sp>
      <p:sp>
        <p:nvSpPr>
          <p:cNvPr id="3" name="Footer Placeholder 2">
            <a:extLst>
              <a:ext uri="{FF2B5EF4-FFF2-40B4-BE49-F238E27FC236}">
                <a16:creationId xmlns:a16="http://schemas.microsoft.com/office/drawing/2014/main" id="{B8444D65-7184-1823-6A65-5BA37C3A7A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4B737F0-C941-DB1C-CC96-FF160A6537F5}"/>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234177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FCC6-E492-773D-EC91-37C97258DE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2E1102-48A6-8B3F-B915-AD1874663B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CB83DC-6792-AE98-86C5-56F7F14F1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107002-B7AF-0E46-83AE-4EB76087EF02}"/>
              </a:ext>
            </a:extLst>
          </p:cNvPr>
          <p:cNvSpPr>
            <a:spLocks noGrp="1"/>
          </p:cNvSpPr>
          <p:nvPr>
            <p:ph type="dt" sz="half" idx="10"/>
          </p:nvPr>
        </p:nvSpPr>
        <p:spPr>
          <a:xfrm>
            <a:off x="838200" y="6356350"/>
            <a:ext cx="2743200" cy="365125"/>
          </a:xfrm>
          <a:prstGeom prst="rect">
            <a:avLst/>
          </a:prstGeom>
        </p:spPr>
        <p:txBody>
          <a:bodyPr/>
          <a:lstStyle/>
          <a:p>
            <a:fld id="{79DFA772-29D5-4747-A01B-D872FCD354B6}" type="datetime1">
              <a:rPr lang="en-US" smtClean="0"/>
              <a:t>2/4/2026</a:t>
            </a:fld>
            <a:endParaRPr lang="en-US"/>
          </a:p>
        </p:txBody>
      </p:sp>
      <p:sp>
        <p:nvSpPr>
          <p:cNvPr id="6" name="Footer Placeholder 5">
            <a:extLst>
              <a:ext uri="{FF2B5EF4-FFF2-40B4-BE49-F238E27FC236}">
                <a16:creationId xmlns:a16="http://schemas.microsoft.com/office/drawing/2014/main" id="{77F5BA28-069B-4AD6-B4B0-27C2D4E5F06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B8AD100-F008-9085-839A-6B09D8ED5E54}"/>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3139009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85D52-AC98-1A4D-6316-B7076E51FF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D7871B-F9D6-13BE-2150-7C4605C487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DF21C0-1FB4-7782-044E-BD753B236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2D0F6-8243-8635-60FF-A984BB10C5AD}"/>
              </a:ext>
            </a:extLst>
          </p:cNvPr>
          <p:cNvSpPr>
            <a:spLocks noGrp="1"/>
          </p:cNvSpPr>
          <p:nvPr>
            <p:ph type="dt" sz="half" idx="10"/>
          </p:nvPr>
        </p:nvSpPr>
        <p:spPr>
          <a:xfrm>
            <a:off x="838200" y="6356350"/>
            <a:ext cx="2743200" cy="365125"/>
          </a:xfrm>
          <a:prstGeom prst="rect">
            <a:avLst/>
          </a:prstGeom>
        </p:spPr>
        <p:txBody>
          <a:bodyPr/>
          <a:lstStyle/>
          <a:p>
            <a:fld id="{A67E38BB-0221-4BDE-9162-ACFE14B67D4B}" type="datetime1">
              <a:rPr lang="en-US" smtClean="0"/>
              <a:t>2/4/2026</a:t>
            </a:fld>
            <a:endParaRPr lang="en-US"/>
          </a:p>
        </p:txBody>
      </p:sp>
      <p:sp>
        <p:nvSpPr>
          <p:cNvPr id="6" name="Footer Placeholder 5">
            <a:extLst>
              <a:ext uri="{FF2B5EF4-FFF2-40B4-BE49-F238E27FC236}">
                <a16:creationId xmlns:a16="http://schemas.microsoft.com/office/drawing/2014/main" id="{6853482E-3697-67E6-0C79-5949DA46DC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E78745B-3218-E42E-AC34-61E6E06B748A}"/>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103583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B0A2-9B11-0264-C85C-399085F153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EF53C9-3DD2-A848-A190-F0FD66A1CF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02609-E139-1E12-9DBA-DE08CF93041B}"/>
              </a:ext>
            </a:extLst>
          </p:cNvPr>
          <p:cNvSpPr>
            <a:spLocks noGrp="1"/>
          </p:cNvSpPr>
          <p:nvPr>
            <p:ph type="dt" sz="half" idx="10"/>
          </p:nvPr>
        </p:nvSpPr>
        <p:spPr>
          <a:xfrm>
            <a:off x="838200" y="6356350"/>
            <a:ext cx="2743200" cy="365125"/>
          </a:xfrm>
          <a:prstGeom prst="rect">
            <a:avLst/>
          </a:prstGeom>
        </p:spPr>
        <p:txBody>
          <a:bodyPr/>
          <a:lstStyle/>
          <a:p>
            <a:fld id="{4DB977FF-320F-4FF4-902D-BA1B0EBF214C}" type="datetime1">
              <a:rPr lang="en-US" smtClean="0"/>
              <a:t>2/4/2026</a:t>
            </a:fld>
            <a:endParaRPr lang="en-US"/>
          </a:p>
        </p:txBody>
      </p:sp>
      <p:sp>
        <p:nvSpPr>
          <p:cNvPr id="5" name="Footer Placeholder 4">
            <a:extLst>
              <a:ext uri="{FF2B5EF4-FFF2-40B4-BE49-F238E27FC236}">
                <a16:creationId xmlns:a16="http://schemas.microsoft.com/office/drawing/2014/main" id="{63E64BDE-9086-6DFD-C9A7-E6BEDA886FB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F1110A4-59E9-777B-EBA4-CBA2C802173E}"/>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3482050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5500D4-2A65-D6F9-9E39-78545B1DCC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6CEC39-6171-9A9F-4E43-476FA7E3BD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A0112-EB49-21D2-01CB-988220A02368}"/>
              </a:ext>
            </a:extLst>
          </p:cNvPr>
          <p:cNvSpPr>
            <a:spLocks noGrp="1"/>
          </p:cNvSpPr>
          <p:nvPr>
            <p:ph type="dt" sz="half" idx="10"/>
          </p:nvPr>
        </p:nvSpPr>
        <p:spPr>
          <a:xfrm>
            <a:off x="838200" y="6356350"/>
            <a:ext cx="2743200" cy="365125"/>
          </a:xfrm>
          <a:prstGeom prst="rect">
            <a:avLst/>
          </a:prstGeom>
        </p:spPr>
        <p:txBody>
          <a:bodyPr/>
          <a:lstStyle/>
          <a:p>
            <a:fld id="{9B2AD543-E976-478A-B6D3-3F01032AEB6E}" type="datetime1">
              <a:rPr lang="en-US" smtClean="0"/>
              <a:t>2/4/2026</a:t>
            </a:fld>
            <a:endParaRPr lang="en-US"/>
          </a:p>
        </p:txBody>
      </p:sp>
      <p:sp>
        <p:nvSpPr>
          <p:cNvPr id="5" name="Footer Placeholder 4">
            <a:extLst>
              <a:ext uri="{FF2B5EF4-FFF2-40B4-BE49-F238E27FC236}">
                <a16:creationId xmlns:a16="http://schemas.microsoft.com/office/drawing/2014/main" id="{F84D3076-C489-D651-EBD2-E68BE37E619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A123A3C-A794-4B2D-EFF9-070718FD23F5}"/>
              </a:ext>
            </a:extLst>
          </p:cNvPr>
          <p:cNvSpPr>
            <a:spLocks noGrp="1"/>
          </p:cNvSpPr>
          <p:nvPr>
            <p:ph type="sldNum" sz="quarter" idx="12"/>
          </p:nvPr>
        </p:nvSpPr>
        <p:spPr>
          <a:xfrm>
            <a:off x="8610600" y="6356350"/>
            <a:ext cx="2743200" cy="365125"/>
          </a:xfrm>
          <a:prstGeom prst="rect">
            <a:avLst/>
          </a:prstGeom>
        </p:spPr>
        <p:txBody>
          <a:bodyPr/>
          <a:lstStyle/>
          <a:p>
            <a:fld id="{E2E4E197-E008-45A3-98F2-A01D8E0D3EA7}" type="slidenum">
              <a:rPr lang="en-US" smtClean="0"/>
              <a:t>‹#›</a:t>
            </a:fld>
            <a:endParaRPr lang="en-US"/>
          </a:p>
        </p:txBody>
      </p:sp>
    </p:spTree>
    <p:extLst>
      <p:ext uri="{BB962C8B-B14F-4D97-AF65-F5344CB8AC3E}">
        <p14:creationId xmlns:p14="http://schemas.microsoft.com/office/powerpoint/2010/main" val="138848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67E612-7DA8-8EEB-0770-6AE158B0BF1C}"/>
              </a:ext>
            </a:extLst>
          </p:cNvPr>
          <p:cNvSpPr>
            <a:spLocks noGrp="1"/>
          </p:cNvSpPr>
          <p:nvPr>
            <p:ph type="title"/>
          </p:nvPr>
        </p:nvSpPr>
        <p:spPr>
          <a:xfrm>
            <a:off x="838200" y="500062"/>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6A7E6C8-EA75-5D56-6E7C-773178EB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r>
              <a:rPr lang="vi-VN" dirty="0"/>
              <a:t>	</a:t>
            </a:r>
            <a:endParaRPr lang="en-US" dirty="0"/>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4B01E41B-7C11-28BA-DB1C-17F510FEB603}"/>
              </a:ext>
            </a:extLst>
          </p:cNvPr>
          <p:cNvSpPr>
            <a:spLocks noGrp="1"/>
          </p:cNvSpPr>
          <p:nvPr>
            <p:ph type="sldNum" sz="quarter" idx="4"/>
          </p:nvPr>
        </p:nvSpPr>
        <p:spPr>
          <a:xfrm>
            <a:off x="9200536" y="6357938"/>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05F31C-863F-4B91-8DD8-5BAA10A96555}" type="slidenum">
              <a:rPr lang="en-US" smtClean="0"/>
              <a:t>‹#›</a:t>
            </a:fld>
            <a:endParaRPr lang="en-US" dirty="0"/>
          </a:p>
        </p:txBody>
      </p:sp>
    </p:spTree>
    <p:extLst>
      <p:ext uri="{BB962C8B-B14F-4D97-AF65-F5344CB8AC3E}">
        <p14:creationId xmlns:p14="http://schemas.microsoft.com/office/powerpoint/2010/main" val="3652097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457200" indent="-4572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714500" indent="-3429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6DFB5-30AC-041A-FA5D-CC90524AA443}"/>
              </a:ext>
            </a:extLst>
          </p:cNvPr>
          <p:cNvSpPr>
            <a:spLocks noGrp="1"/>
          </p:cNvSpPr>
          <p:nvPr>
            <p:ph type="ctrTitle"/>
          </p:nvPr>
        </p:nvSpPr>
        <p:spPr/>
        <p:txBody>
          <a:bodyPr/>
          <a:lstStyle/>
          <a:p>
            <a:r>
              <a:rPr lang="vi-VN" dirty="0"/>
              <a:t>BỐ CỤC MỘT BÀY THUYẾT TRÌNH</a:t>
            </a:r>
            <a:endParaRPr lang="en-US" dirty="0"/>
          </a:p>
        </p:txBody>
      </p:sp>
      <p:sp>
        <p:nvSpPr>
          <p:cNvPr id="3" name="Subtitle 2">
            <a:extLst>
              <a:ext uri="{FF2B5EF4-FFF2-40B4-BE49-F238E27FC236}">
                <a16:creationId xmlns:a16="http://schemas.microsoft.com/office/drawing/2014/main" id="{2956D7FA-4C12-FE4F-639F-8419E6F2B2C2}"/>
              </a:ext>
            </a:extLst>
          </p:cNvPr>
          <p:cNvSpPr>
            <a:spLocks noGrp="1"/>
          </p:cNvSpPr>
          <p:nvPr>
            <p:ph type="subTitle" idx="1"/>
          </p:nvPr>
        </p:nvSpPr>
        <p:spPr/>
        <p:txBody>
          <a:bodyPr/>
          <a:lstStyle/>
          <a:p>
            <a:r>
              <a:rPr lang="vi-VN" dirty="0"/>
              <a:t>ThS. Họ và Tên</a:t>
            </a:r>
            <a:endParaRPr lang="en-US" dirty="0"/>
          </a:p>
        </p:txBody>
      </p:sp>
      <p:sp>
        <p:nvSpPr>
          <p:cNvPr id="4" name="Slide Number Placeholder 5">
            <a:extLst>
              <a:ext uri="{FF2B5EF4-FFF2-40B4-BE49-F238E27FC236}">
                <a16:creationId xmlns:a16="http://schemas.microsoft.com/office/drawing/2014/main" id="{54A6DEC3-588F-5E05-CCAD-3559480007F2}"/>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2E4E197-E008-45A3-98F2-A01D8E0D3EA7}" type="slidenum">
              <a:rPr lang="en-US" smtClean="0">
                <a:solidFill>
                  <a:schemeClr val="bg1">
                    <a:lumMod val="50000"/>
                  </a:schemeClr>
                </a:solidFill>
              </a:rPr>
              <a:pPr algn="r"/>
              <a:t>1</a:t>
            </a:fld>
            <a:endParaRPr lang="en-US" dirty="0">
              <a:solidFill>
                <a:schemeClr val="bg1">
                  <a:lumMod val="50000"/>
                </a:schemeClr>
              </a:solidFill>
            </a:endParaRPr>
          </a:p>
        </p:txBody>
      </p:sp>
    </p:spTree>
    <p:extLst>
      <p:ext uri="{BB962C8B-B14F-4D97-AF65-F5344CB8AC3E}">
        <p14:creationId xmlns:p14="http://schemas.microsoft.com/office/powerpoint/2010/main" val="1241037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34A7E-B753-B099-A48C-5B26257B542B}"/>
              </a:ext>
            </a:extLst>
          </p:cNvPr>
          <p:cNvSpPr>
            <a:spLocks noGrp="1"/>
          </p:cNvSpPr>
          <p:nvPr>
            <p:ph type="title"/>
          </p:nvPr>
        </p:nvSpPr>
        <p:spPr>
          <a:xfrm>
            <a:off x="838200" y="500062"/>
            <a:ext cx="10515600" cy="1325563"/>
          </a:xfrm>
        </p:spPr>
        <p:txBody>
          <a:bodyPr/>
          <a:lstStyle/>
          <a:p>
            <a:r>
              <a:rPr lang="vi-VN" dirty="0"/>
              <a:t>Giới thiệu</a:t>
            </a:r>
            <a:endParaRPr lang="en-US" dirty="0"/>
          </a:p>
        </p:txBody>
      </p:sp>
      <p:sp>
        <p:nvSpPr>
          <p:cNvPr id="3" name="Content Placeholder 2">
            <a:extLst>
              <a:ext uri="{FF2B5EF4-FFF2-40B4-BE49-F238E27FC236}">
                <a16:creationId xmlns:a16="http://schemas.microsoft.com/office/drawing/2014/main" id="{57ABFC8B-4927-82F3-E46E-62D3EE6F6FE2}"/>
              </a:ext>
            </a:extLst>
          </p:cNvPr>
          <p:cNvSpPr>
            <a:spLocks noGrp="1"/>
          </p:cNvSpPr>
          <p:nvPr>
            <p:ph idx="1"/>
          </p:nvPr>
        </p:nvSpPr>
        <p:spPr/>
        <p:txBody>
          <a:bodyPr/>
          <a:lstStyle/>
          <a:p>
            <a:r>
              <a:rPr lang="vi-VN" dirty="0"/>
              <a:t>Phần mở đầu</a:t>
            </a:r>
          </a:p>
          <a:p>
            <a:pPr marL="0" indent="0">
              <a:buNone/>
            </a:pPr>
            <a:r>
              <a:rPr lang="vi-VN" dirty="0"/>
              <a:t>       ‒ Cần đạt được mục đích</a:t>
            </a:r>
          </a:p>
          <a:p>
            <a:r>
              <a:rPr lang="vi-VN" dirty="0"/>
              <a:t>Phần chính</a:t>
            </a:r>
          </a:p>
          <a:p>
            <a:pPr marL="0" indent="0">
              <a:buNone/>
            </a:pPr>
            <a:r>
              <a:rPr lang="vi-VN" dirty="0"/>
              <a:t>       ‒ Đưa ra giải pháp, ý kiến</a:t>
            </a:r>
          </a:p>
          <a:p>
            <a:r>
              <a:rPr lang="vi-VN" dirty="0"/>
              <a:t>Phần kết</a:t>
            </a:r>
          </a:p>
          <a:p>
            <a:pPr marL="0" indent="0">
              <a:buNone/>
            </a:pPr>
            <a:r>
              <a:rPr lang="vi-VN" dirty="0"/>
              <a:t>       ‒ Tóm tắt các nội dung đã được trình bày</a:t>
            </a:r>
            <a:endParaRPr lang="en-US" dirty="0"/>
          </a:p>
        </p:txBody>
      </p:sp>
      <p:sp>
        <p:nvSpPr>
          <p:cNvPr id="6" name="Slide Number Placeholder 5">
            <a:extLst>
              <a:ext uri="{FF2B5EF4-FFF2-40B4-BE49-F238E27FC236}">
                <a16:creationId xmlns:a16="http://schemas.microsoft.com/office/drawing/2014/main" id="{FA4F6CEC-88FA-8BA3-16E3-F6E167D30EAC}"/>
              </a:ext>
            </a:extLst>
          </p:cNvPr>
          <p:cNvSpPr>
            <a:spLocks noGrp="1"/>
          </p:cNvSpPr>
          <p:nvPr>
            <p:ph type="sldNum" sz="quarter" idx="12"/>
          </p:nvPr>
        </p:nvSpPr>
        <p:spPr/>
        <p:txBody>
          <a:bodyPr/>
          <a:lstStyle/>
          <a:p>
            <a:fld id="{E2E4E197-E008-45A3-98F2-A01D8E0D3EA7}" type="slidenum">
              <a:rPr lang="en-US" smtClean="0"/>
              <a:pPr/>
              <a:t>2</a:t>
            </a:fld>
            <a:endParaRPr lang="en-US" sz="1800" dirty="0"/>
          </a:p>
        </p:txBody>
      </p:sp>
    </p:spTree>
    <p:extLst>
      <p:ext uri="{BB962C8B-B14F-4D97-AF65-F5344CB8AC3E}">
        <p14:creationId xmlns:p14="http://schemas.microsoft.com/office/powerpoint/2010/main" val="154826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293D-5A91-BFD1-B06F-C873B03F5A84}"/>
              </a:ext>
            </a:extLst>
          </p:cNvPr>
          <p:cNvSpPr>
            <a:spLocks noGrp="1"/>
          </p:cNvSpPr>
          <p:nvPr>
            <p:ph type="title"/>
          </p:nvPr>
        </p:nvSpPr>
        <p:spPr>
          <a:xfrm>
            <a:off x="838200" y="500062"/>
            <a:ext cx="10515600" cy="1325563"/>
          </a:xfrm>
        </p:spPr>
        <p:txBody>
          <a:bodyPr/>
          <a:lstStyle/>
          <a:p>
            <a:r>
              <a:rPr lang="vi-VN" dirty="0"/>
              <a:t>Phần mở đầu</a:t>
            </a:r>
            <a:endParaRPr lang="en-US" dirty="0"/>
          </a:p>
        </p:txBody>
      </p:sp>
      <p:sp>
        <p:nvSpPr>
          <p:cNvPr id="3" name="Content Placeholder 2">
            <a:extLst>
              <a:ext uri="{FF2B5EF4-FFF2-40B4-BE49-F238E27FC236}">
                <a16:creationId xmlns:a16="http://schemas.microsoft.com/office/drawing/2014/main" id="{F1B8607B-E8CC-D48C-53A4-5C5AA3534B38}"/>
              </a:ext>
            </a:extLst>
          </p:cNvPr>
          <p:cNvSpPr>
            <a:spLocks noGrp="1"/>
          </p:cNvSpPr>
          <p:nvPr>
            <p:ph idx="1"/>
          </p:nvPr>
        </p:nvSpPr>
        <p:spPr/>
        <p:txBody>
          <a:bodyPr>
            <a:normAutofit lnSpcReduction="10000"/>
          </a:bodyPr>
          <a:lstStyle/>
          <a:p>
            <a:r>
              <a:rPr lang="vi-VN" dirty="0"/>
              <a:t>Thu hút sự chú ý của người nghe</a:t>
            </a:r>
          </a:p>
          <a:p>
            <a:pPr marL="0" indent="0">
              <a:buNone/>
            </a:pPr>
            <a:r>
              <a:rPr lang="vi-VN" dirty="0"/>
              <a:t>       </a:t>
            </a:r>
            <a:r>
              <a:rPr lang="vi-VN" u="sng" dirty="0">
                <a:solidFill>
                  <a:schemeClr val="tx2">
                    <a:lumMod val="50000"/>
                    <a:lumOff val="50000"/>
                  </a:schemeClr>
                </a:solidFill>
                <a:hlinkClick r:id="rId2" action="ppaction://hlinksldjump">
                  <a:extLst>
                    <a:ext uri="{A12FA001-AC4F-418D-AE19-62706E023703}">
                      <ahyp:hlinkClr xmlns:ahyp="http://schemas.microsoft.com/office/drawing/2018/hyperlinkcolor" val="tx"/>
                    </a:ext>
                  </a:extLst>
                </a:hlinkClick>
              </a:rPr>
              <a:t>‒ Sử dụng một đoạn trích dẫn</a:t>
            </a:r>
            <a:endParaRPr lang="vi-VN" u="sng" dirty="0">
              <a:solidFill>
                <a:schemeClr val="tx2">
                  <a:lumMod val="50000"/>
                  <a:lumOff val="50000"/>
                </a:schemeClr>
              </a:solidFill>
            </a:endParaRPr>
          </a:p>
          <a:p>
            <a:pPr marL="0" indent="0">
              <a:buNone/>
            </a:pPr>
            <a:r>
              <a:rPr lang="vi-VN" dirty="0"/>
              <a:t>       ‒ Một câu hỏi</a:t>
            </a:r>
          </a:p>
          <a:p>
            <a:pPr marL="0" indent="0">
              <a:buNone/>
            </a:pPr>
            <a:r>
              <a:rPr lang="vi-VN" dirty="0"/>
              <a:t>       ‒ Một lời hứa</a:t>
            </a:r>
          </a:p>
          <a:p>
            <a:pPr marL="0" indent="0">
              <a:buNone/>
            </a:pPr>
            <a:r>
              <a:rPr lang="vi-VN" dirty="0"/>
              <a:t>       ‒ Thậm chí làm mọi người phải hoạt động</a:t>
            </a:r>
          </a:p>
          <a:p>
            <a:r>
              <a:rPr lang="vi-VN" dirty="0"/>
              <a:t>Tóm lược các nội dung liên quan</a:t>
            </a:r>
          </a:p>
          <a:p>
            <a:pPr marL="0" indent="0">
              <a:buNone/>
            </a:pPr>
            <a:r>
              <a:rPr lang="vi-VN" dirty="0"/>
              <a:t>       ‒ Đã được trình bày</a:t>
            </a:r>
          </a:p>
          <a:p>
            <a:pPr marL="0" indent="0">
              <a:buNone/>
            </a:pPr>
            <a:r>
              <a:rPr lang="vi-VN" dirty="0"/>
              <a:t>       ‒ Được đa số người nghe biết rõ</a:t>
            </a:r>
          </a:p>
          <a:p>
            <a:pPr>
              <a:buFont typeface="Times New Roman" panose="02020603050405020304" pitchFamily="18" charset="0"/>
              <a:buChar char="‒"/>
            </a:pPr>
            <a:endParaRPr lang="vi-VN" dirty="0"/>
          </a:p>
          <a:p>
            <a:endParaRPr lang="en-US" dirty="0"/>
          </a:p>
        </p:txBody>
      </p:sp>
      <p:sp>
        <p:nvSpPr>
          <p:cNvPr id="6" name="Slide Number Placeholder 5">
            <a:extLst>
              <a:ext uri="{FF2B5EF4-FFF2-40B4-BE49-F238E27FC236}">
                <a16:creationId xmlns:a16="http://schemas.microsoft.com/office/drawing/2014/main" id="{97610AEC-AE58-C876-87D0-2BB391482FD7}"/>
              </a:ext>
            </a:extLst>
          </p:cNvPr>
          <p:cNvSpPr>
            <a:spLocks noGrp="1"/>
          </p:cNvSpPr>
          <p:nvPr>
            <p:ph type="sldNum" sz="quarter" idx="12"/>
          </p:nvPr>
        </p:nvSpPr>
        <p:spPr/>
        <p:txBody>
          <a:bodyPr/>
          <a:lstStyle/>
          <a:p>
            <a:fld id="{E2E4E197-E008-45A3-98F2-A01D8E0D3EA7}" type="slidenum">
              <a:rPr lang="en-US" smtClean="0"/>
              <a:pPr/>
              <a:t>3</a:t>
            </a:fld>
            <a:endParaRPr lang="en-US" sz="1800" dirty="0"/>
          </a:p>
        </p:txBody>
      </p:sp>
    </p:spTree>
    <p:extLst>
      <p:ext uri="{BB962C8B-B14F-4D97-AF65-F5344CB8AC3E}">
        <p14:creationId xmlns:p14="http://schemas.microsoft.com/office/powerpoint/2010/main" val="21543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7A860-19AD-1BCD-91E1-ACB4EDC145E6}"/>
              </a:ext>
            </a:extLst>
          </p:cNvPr>
          <p:cNvSpPr>
            <a:spLocks noGrp="1"/>
          </p:cNvSpPr>
          <p:nvPr>
            <p:ph type="title"/>
          </p:nvPr>
        </p:nvSpPr>
        <p:spPr/>
        <p:txBody>
          <a:bodyPr/>
          <a:lstStyle/>
          <a:p>
            <a:r>
              <a:rPr lang="vi-VN" dirty="0"/>
              <a:t>Phần chính</a:t>
            </a:r>
            <a:endParaRPr lang="en-US" dirty="0"/>
          </a:p>
        </p:txBody>
      </p:sp>
      <p:sp>
        <p:nvSpPr>
          <p:cNvPr id="3" name="Content Placeholder 2">
            <a:extLst>
              <a:ext uri="{FF2B5EF4-FFF2-40B4-BE49-F238E27FC236}">
                <a16:creationId xmlns:a16="http://schemas.microsoft.com/office/drawing/2014/main" id="{4F015CF1-A883-60B5-FAB4-D0E5717860B1}"/>
              </a:ext>
            </a:extLst>
          </p:cNvPr>
          <p:cNvSpPr>
            <a:spLocks noGrp="1"/>
          </p:cNvSpPr>
          <p:nvPr>
            <p:ph idx="1"/>
          </p:nvPr>
        </p:nvSpPr>
        <p:spPr/>
        <p:txBody>
          <a:bodyPr/>
          <a:lstStyle/>
          <a:p>
            <a:r>
              <a:rPr lang="vi-VN" dirty="0"/>
              <a:t>Phần chính với các nội dung</a:t>
            </a:r>
          </a:p>
          <a:p>
            <a:pPr marL="0" indent="0">
              <a:buNone/>
            </a:pPr>
            <a:r>
              <a:rPr lang="vi-VN" dirty="0"/>
              <a:t>       ‒ Vấn đề cần giải quyết, yêu cầu công việc</a:t>
            </a:r>
          </a:p>
          <a:p>
            <a:pPr marL="0" indent="0">
              <a:buNone/>
            </a:pPr>
            <a:r>
              <a:rPr lang="vi-VN" dirty="0"/>
              <a:t>       ‒ Ý tưởng và giải pháp</a:t>
            </a:r>
          </a:p>
          <a:p>
            <a:pPr marL="0" indent="0">
              <a:buNone/>
            </a:pPr>
            <a:r>
              <a:rPr lang="vi-VN" dirty="0"/>
              <a:t>       </a:t>
            </a:r>
            <a:r>
              <a:rPr lang="vi-VN" u="sng" dirty="0">
                <a:solidFill>
                  <a:schemeClr val="tx2">
                    <a:lumMod val="50000"/>
                    <a:lumOff val="50000"/>
                  </a:schemeClr>
                </a:solidFill>
                <a:hlinkClick r:id="rId2" action="ppaction://hlinksldjump">
                  <a:extLst>
                    <a:ext uri="{A12FA001-AC4F-418D-AE19-62706E023703}">
                      <ahyp:hlinkClr xmlns:ahyp="http://schemas.microsoft.com/office/drawing/2018/hyperlinkcolor" val="tx"/>
                    </a:ext>
                  </a:extLst>
                </a:hlinkClick>
              </a:rPr>
              <a:t>‒ Cung cấp ví dụ để chứng minh</a:t>
            </a:r>
            <a:endParaRPr lang="vi-VN" u="sng" dirty="0">
              <a:solidFill>
                <a:schemeClr val="tx2">
                  <a:lumMod val="50000"/>
                  <a:lumOff val="50000"/>
                </a:schemeClr>
              </a:solidFill>
            </a:endParaRPr>
          </a:p>
          <a:p>
            <a:pPr marL="0" indent="0">
              <a:buNone/>
            </a:pPr>
            <a:r>
              <a:rPr lang="vi-VN" dirty="0"/>
              <a:t>       ‒ Lợi ích khi áp dụng giải pháp</a:t>
            </a:r>
          </a:p>
          <a:p>
            <a:pPr marL="0" indent="0">
              <a:buNone/>
            </a:pPr>
            <a:r>
              <a:rPr lang="vi-VN" dirty="0"/>
              <a:t>       ‒ Chương trình hành động/các việc làm cụ thể</a:t>
            </a:r>
          </a:p>
          <a:p>
            <a:pPr marL="0" indent="0">
              <a:buNone/>
            </a:pPr>
            <a:endParaRPr lang="en-US" dirty="0"/>
          </a:p>
        </p:txBody>
      </p:sp>
      <p:sp>
        <p:nvSpPr>
          <p:cNvPr id="6" name="Slide Number Placeholder 5">
            <a:extLst>
              <a:ext uri="{FF2B5EF4-FFF2-40B4-BE49-F238E27FC236}">
                <a16:creationId xmlns:a16="http://schemas.microsoft.com/office/drawing/2014/main" id="{084B7709-8675-5E5B-D66F-C21DB7CDECD7}"/>
              </a:ext>
            </a:extLst>
          </p:cNvPr>
          <p:cNvSpPr>
            <a:spLocks noGrp="1"/>
          </p:cNvSpPr>
          <p:nvPr>
            <p:ph type="sldNum" sz="quarter" idx="12"/>
          </p:nvPr>
        </p:nvSpPr>
        <p:spPr/>
        <p:txBody>
          <a:bodyPr/>
          <a:lstStyle/>
          <a:p>
            <a:fld id="{E2E4E197-E008-45A3-98F2-A01D8E0D3EA7}" type="slidenum">
              <a:rPr lang="en-US" smtClean="0"/>
              <a:pPr/>
              <a:t>4</a:t>
            </a:fld>
            <a:endParaRPr lang="en-US" sz="1800" dirty="0"/>
          </a:p>
        </p:txBody>
      </p:sp>
    </p:spTree>
    <p:extLst>
      <p:ext uri="{BB962C8B-B14F-4D97-AF65-F5344CB8AC3E}">
        <p14:creationId xmlns:p14="http://schemas.microsoft.com/office/powerpoint/2010/main" val="162442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1ABB-B755-0E17-51EE-0480743A6A2A}"/>
              </a:ext>
            </a:extLst>
          </p:cNvPr>
          <p:cNvSpPr>
            <a:spLocks noGrp="1"/>
          </p:cNvSpPr>
          <p:nvPr>
            <p:ph type="title"/>
          </p:nvPr>
        </p:nvSpPr>
        <p:spPr/>
        <p:txBody>
          <a:bodyPr/>
          <a:lstStyle/>
          <a:p>
            <a:r>
              <a:rPr lang="vi-VN" dirty="0"/>
              <a:t>Phần kết</a:t>
            </a:r>
            <a:endParaRPr lang="en-US" dirty="0"/>
          </a:p>
        </p:txBody>
      </p:sp>
      <p:sp>
        <p:nvSpPr>
          <p:cNvPr id="3" name="Content Placeholder 2">
            <a:extLst>
              <a:ext uri="{FF2B5EF4-FFF2-40B4-BE49-F238E27FC236}">
                <a16:creationId xmlns:a16="http://schemas.microsoft.com/office/drawing/2014/main" id="{D557CFFC-877C-5519-B552-3AAACF5105FB}"/>
              </a:ext>
            </a:extLst>
          </p:cNvPr>
          <p:cNvSpPr>
            <a:spLocks noGrp="1"/>
          </p:cNvSpPr>
          <p:nvPr>
            <p:ph idx="1"/>
          </p:nvPr>
        </p:nvSpPr>
        <p:spPr/>
        <p:txBody>
          <a:bodyPr/>
          <a:lstStyle/>
          <a:p>
            <a:r>
              <a:rPr lang="vi-VN" dirty="0"/>
              <a:t>Tóm tắt</a:t>
            </a:r>
          </a:p>
          <a:p>
            <a:r>
              <a:rPr lang="vi-VN" dirty="0"/>
              <a:t>Kết luận cuối cùng</a:t>
            </a:r>
          </a:p>
          <a:p>
            <a:pPr marL="0" indent="0">
              <a:buNone/>
            </a:pPr>
            <a:r>
              <a:rPr lang="vi-VN" dirty="0"/>
              <a:t>       ‒ Vấn đề cần giải quyết, yêu cầu công việc</a:t>
            </a:r>
          </a:p>
          <a:p>
            <a:endParaRPr lang="en-US" dirty="0"/>
          </a:p>
        </p:txBody>
      </p:sp>
      <p:sp>
        <p:nvSpPr>
          <p:cNvPr id="6" name="Slide Number Placeholder 5">
            <a:extLst>
              <a:ext uri="{FF2B5EF4-FFF2-40B4-BE49-F238E27FC236}">
                <a16:creationId xmlns:a16="http://schemas.microsoft.com/office/drawing/2014/main" id="{156B7B9B-5C55-01AD-BD8E-38228D709E7E}"/>
              </a:ext>
            </a:extLst>
          </p:cNvPr>
          <p:cNvSpPr>
            <a:spLocks noGrp="1"/>
          </p:cNvSpPr>
          <p:nvPr>
            <p:ph type="sldNum" sz="quarter" idx="12"/>
          </p:nvPr>
        </p:nvSpPr>
        <p:spPr/>
        <p:txBody>
          <a:bodyPr/>
          <a:lstStyle/>
          <a:p>
            <a:fld id="{E2E4E197-E008-45A3-98F2-A01D8E0D3EA7}" type="slidenum">
              <a:rPr lang="en-US" smtClean="0"/>
              <a:pPr/>
              <a:t>5</a:t>
            </a:fld>
            <a:endParaRPr lang="en-US" sz="1800" dirty="0"/>
          </a:p>
        </p:txBody>
      </p:sp>
    </p:spTree>
    <p:extLst>
      <p:ext uri="{BB962C8B-B14F-4D97-AF65-F5344CB8AC3E}">
        <p14:creationId xmlns:p14="http://schemas.microsoft.com/office/powerpoint/2010/main" val="125626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A4311E-0D3D-2C7F-DFC1-672C2A74A5BA}"/>
              </a:ext>
            </a:extLst>
          </p:cNvPr>
          <p:cNvSpPr txBox="1"/>
          <p:nvPr/>
        </p:nvSpPr>
        <p:spPr>
          <a:xfrm>
            <a:off x="3454400" y="3146177"/>
            <a:ext cx="7426960" cy="707886"/>
          </a:xfrm>
          <a:prstGeom prst="rect">
            <a:avLst/>
          </a:prstGeom>
          <a:noFill/>
        </p:spPr>
        <p:txBody>
          <a:bodyPr wrap="square">
            <a:spAutoFit/>
          </a:bodyPr>
          <a:lstStyle/>
          <a:p>
            <a:r>
              <a:rPr lang="vi-VN" sz="4000" b="1" dirty="0">
                <a:latin typeface="Times New Roman" panose="02020603050405020304" pitchFamily="18" charset="0"/>
                <a:cs typeface="Times New Roman" panose="02020603050405020304" pitchFamily="18" charset="0"/>
              </a:rPr>
              <a:t>Cảm ơn sự chú ý của quý vị</a:t>
            </a:r>
            <a:endParaRPr lang="en-US" sz="4000" b="1"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8732ED8-496F-BEA2-5F54-9A4EF25A1C05}"/>
              </a:ext>
            </a:extLst>
          </p:cNvPr>
          <p:cNvSpPr>
            <a:spLocks noGrp="1"/>
          </p:cNvSpPr>
          <p:nvPr>
            <p:ph type="sldNum" sz="quarter" idx="12"/>
          </p:nvPr>
        </p:nvSpPr>
        <p:spPr/>
        <p:txBody>
          <a:bodyPr/>
          <a:lstStyle/>
          <a:p>
            <a:fld id="{E2E4E197-E008-45A3-98F2-A01D8E0D3EA7}" type="slidenum">
              <a:rPr lang="en-US" smtClean="0"/>
              <a:pPr/>
              <a:t>6</a:t>
            </a:fld>
            <a:endParaRPr lang="en-US" sz="1800" dirty="0"/>
          </a:p>
        </p:txBody>
      </p:sp>
    </p:spTree>
    <p:extLst>
      <p:ext uri="{BB962C8B-B14F-4D97-AF65-F5344CB8AC3E}">
        <p14:creationId xmlns:p14="http://schemas.microsoft.com/office/powerpoint/2010/main" val="158220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3C41-7466-8F4A-7458-0EC6B0E45E6A}"/>
              </a:ext>
            </a:extLst>
          </p:cNvPr>
          <p:cNvSpPr>
            <a:spLocks noGrp="1"/>
          </p:cNvSpPr>
          <p:nvPr>
            <p:ph type="title"/>
          </p:nvPr>
        </p:nvSpPr>
        <p:spPr>
          <a:xfrm>
            <a:off x="838200" y="500062"/>
            <a:ext cx="10784840" cy="1325563"/>
          </a:xfrm>
        </p:spPr>
        <p:txBody>
          <a:bodyPr/>
          <a:lstStyle/>
          <a:p>
            <a:r>
              <a:rPr lang="vi-VN"/>
              <a:t>Ví dụ: sử dụng một đoạn trích dẫn khi giới thiệu</a:t>
            </a:r>
            <a:endParaRPr lang="en-US" dirty="0"/>
          </a:p>
        </p:txBody>
      </p:sp>
      <p:sp>
        <p:nvSpPr>
          <p:cNvPr id="3" name="Content Placeholder 2">
            <a:extLst>
              <a:ext uri="{FF2B5EF4-FFF2-40B4-BE49-F238E27FC236}">
                <a16:creationId xmlns:a16="http://schemas.microsoft.com/office/drawing/2014/main" id="{A6D3CE0C-5150-C5E7-4FFB-A1A2B69E1A4A}"/>
              </a:ext>
            </a:extLst>
          </p:cNvPr>
          <p:cNvSpPr>
            <a:spLocks noGrp="1"/>
          </p:cNvSpPr>
          <p:nvPr>
            <p:ph idx="1"/>
          </p:nvPr>
        </p:nvSpPr>
        <p:spPr/>
        <p:txBody>
          <a:bodyPr/>
          <a:lstStyle/>
          <a:p>
            <a:r>
              <a:rPr lang="vi-VN" dirty="0"/>
              <a:t> Ví dụ: Ta có thể phát biểu trích dẫn lợi ích khi học ngành công nghệ thông tin</a:t>
            </a:r>
          </a:p>
          <a:p>
            <a:pPr marL="0" indent="0" algn="just">
              <a:buNone/>
            </a:pPr>
            <a:r>
              <a:rPr lang="vi-VN" dirty="0"/>
              <a:t>            “ Hàng năm, công nghệ mới luôn được phát triển và thể hiện tầm quan trọng của nó đối với cuộc sống. Các doanh nghiệp cùng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CNTT là gì?”</a:t>
            </a:r>
            <a:endParaRPr lang="en-US" dirty="0"/>
          </a:p>
        </p:txBody>
      </p:sp>
      <p:grpSp>
        <p:nvGrpSpPr>
          <p:cNvPr id="12" name="Group 11">
            <a:extLst>
              <a:ext uri="{FF2B5EF4-FFF2-40B4-BE49-F238E27FC236}">
                <a16:creationId xmlns:a16="http://schemas.microsoft.com/office/drawing/2014/main" id="{A096DF3F-A5FA-E28C-D02A-DD5A1E5FEAF8}"/>
              </a:ext>
            </a:extLst>
          </p:cNvPr>
          <p:cNvGrpSpPr/>
          <p:nvPr/>
        </p:nvGrpSpPr>
        <p:grpSpPr>
          <a:xfrm>
            <a:off x="5801360" y="6085840"/>
            <a:ext cx="589280" cy="579120"/>
            <a:chOff x="5801360" y="6085840"/>
            <a:chExt cx="589280" cy="579120"/>
          </a:xfrm>
        </p:grpSpPr>
        <p:sp>
          <p:nvSpPr>
            <p:cNvPr id="4" name="Rectangle 3">
              <a:extLst>
                <a:ext uri="{FF2B5EF4-FFF2-40B4-BE49-F238E27FC236}">
                  <a16:creationId xmlns:a16="http://schemas.microsoft.com/office/drawing/2014/main" id="{F8524853-0211-46F2-E6BC-D8AB19423113}"/>
                </a:ext>
              </a:extLst>
            </p:cNvPr>
            <p:cNvSpPr/>
            <p:nvPr/>
          </p:nvSpPr>
          <p:spPr>
            <a:xfrm>
              <a:off x="5801360" y="6085840"/>
              <a:ext cx="589280" cy="57912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U-Turn 10">
              <a:hlinkClick r:id="rId2" action="ppaction://hlinksldjump"/>
              <a:extLst>
                <a:ext uri="{FF2B5EF4-FFF2-40B4-BE49-F238E27FC236}">
                  <a16:creationId xmlns:a16="http://schemas.microsoft.com/office/drawing/2014/main" id="{A5EB660B-46C9-5959-CBB0-B4F06ED9814D}"/>
                </a:ext>
              </a:extLst>
            </p:cNvPr>
            <p:cNvSpPr/>
            <p:nvPr/>
          </p:nvSpPr>
          <p:spPr>
            <a:xfrm rot="10800000" flipH="1">
              <a:off x="5902960" y="6195242"/>
              <a:ext cx="426720" cy="360311"/>
            </a:xfrm>
            <a:prstGeom prst="uturnArrow">
              <a:avLst>
                <a:gd name="adj1" fmla="val 31818"/>
                <a:gd name="adj2" fmla="val 25000"/>
                <a:gd name="adj3" fmla="val 25000"/>
                <a:gd name="adj4" fmla="val 32471"/>
                <a:gd name="adj5" fmla="val 100000"/>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5" name="Slide Number Placeholder 14">
            <a:extLst>
              <a:ext uri="{FF2B5EF4-FFF2-40B4-BE49-F238E27FC236}">
                <a16:creationId xmlns:a16="http://schemas.microsoft.com/office/drawing/2014/main" id="{56DFFD5B-563E-138F-CD66-56D261FA0F75}"/>
              </a:ext>
            </a:extLst>
          </p:cNvPr>
          <p:cNvSpPr>
            <a:spLocks noGrp="1"/>
          </p:cNvSpPr>
          <p:nvPr>
            <p:ph type="sldNum" sz="quarter" idx="12"/>
          </p:nvPr>
        </p:nvSpPr>
        <p:spPr/>
        <p:txBody>
          <a:bodyPr/>
          <a:lstStyle/>
          <a:p>
            <a:fld id="{E2E4E197-E008-45A3-98F2-A01D8E0D3EA7}" type="slidenum">
              <a:rPr lang="en-US" smtClean="0"/>
              <a:pPr/>
              <a:t>7</a:t>
            </a:fld>
            <a:endParaRPr lang="en-US" sz="1800" dirty="0"/>
          </a:p>
        </p:txBody>
      </p:sp>
    </p:spTree>
    <p:extLst>
      <p:ext uri="{BB962C8B-B14F-4D97-AF65-F5344CB8AC3E}">
        <p14:creationId xmlns:p14="http://schemas.microsoft.com/office/powerpoint/2010/main" val="158540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0CD1-B62C-1078-DFB5-198224631539}"/>
              </a:ext>
            </a:extLst>
          </p:cNvPr>
          <p:cNvSpPr>
            <a:spLocks noGrp="1"/>
          </p:cNvSpPr>
          <p:nvPr>
            <p:ph type="title"/>
          </p:nvPr>
        </p:nvSpPr>
        <p:spPr/>
        <p:txBody>
          <a:bodyPr/>
          <a:lstStyle/>
          <a:p>
            <a:r>
              <a:rPr lang="vi-VN" dirty="0"/>
              <a:t>Ví dụ minh chứng một vấn đề</a:t>
            </a:r>
            <a:endParaRPr lang="en-US" dirty="0"/>
          </a:p>
        </p:txBody>
      </p:sp>
      <p:sp>
        <p:nvSpPr>
          <p:cNvPr id="3" name="Content Placeholder 2">
            <a:extLst>
              <a:ext uri="{FF2B5EF4-FFF2-40B4-BE49-F238E27FC236}">
                <a16:creationId xmlns:a16="http://schemas.microsoft.com/office/drawing/2014/main" id="{D5F732A1-7B13-4FDB-7255-CA32101B4302}"/>
              </a:ext>
            </a:extLst>
          </p:cNvPr>
          <p:cNvSpPr>
            <a:spLocks noGrp="1"/>
          </p:cNvSpPr>
          <p:nvPr>
            <p:ph idx="1"/>
          </p:nvPr>
        </p:nvSpPr>
        <p:spPr/>
        <p:txBody>
          <a:bodyPr/>
          <a:lstStyle/>
          <a:p>
            <a:r>
              <a:rPr lang="vi-VN" dirty="0"/>
              <a:t> Bảng thống kê kết quả tuyển sinh 2020</a:t>
            </a:r>
          </a:p>
          <a:p>
            <a:pPr marL="0" indent="0">
              <a:buNone/>
            </a:pPr>
            <a:endParaRPr lang="en-US" dirty="0"/>
          </a:p>
        </p:txBody>
      </p:sp>
      <p:graphicFrame>
        <p:nvGraphicFramePr>
          <p:cNvPr id="4" name="Table 3">
            <a:extLst>
              <a:ext uri="{FF2B5EF4-FFF2-40B4-BE49-F238E27FC236}">
                <a16:creationId xmlns:a16="http://schemas.microsoft.com/office/drawing/2014/main" id="{4D1B757C-3802-739E-F5EC-10A4A4B5B09C}"/>
              </a:ext>
            </a:extLst>
          </p:cNvPr>
          <p:cNvGraphicFramePr>
            <a:graphicFrameLocks noGrp="1"/>
          </p:cNvGraphicFramePr>
          <p:nvPr>
            <p:extLst>
              <p:ext uri="{D42A27DB-BD31-4B8C-83A1-F6EECF244321}">
                <p14:modId xmlns:p14="http://schemas.microsoft.com/office/powerpoint/2010/main" val="581159922"/>
              </p:ext>
            </p:extLst>
          </p:nvPr>
        </p:nvGraphicFramePr>
        <p:xfrm>
          <a:off x="1788160" y="2468563"/>
          <a:ext cx="8707120" cy="3708400"/>
        </p:xfrm>
        <a:graphic>
          <a:graphicData uri="http://schemas.openxmlformats.org/drawingml/2006/table">
            <a:tbl>
              <a:tblPr firstRow="1" bandRow="1">
                <a:tableStyleId>{5940675A-B579-460E-94D1-54222C63F5DA}</a:tableStyleId>
              </a:tblPr>
              <a:tblGrid>
                <a:gridCol w="5583441">
                  <a:extLst>
                    <a:ext uri="{9D8B030D-6E8A-4147-A177-3AD203B41FA5}">
                      <a16:colId xmlns:a16="http://schemas.microsoft.com/office/drawing/2014/main" val="561995833"/>
                    </a:ext>
                  </a:extLst>
                </a:gridCol>
                <a:gridCol w="3123679">
                  <a:extLst>
                    <a:ext uri="{9D8B030D-6E8A-4147-A177-3AD203B41FA5}">
                      <a16:colId xmlns:a16="http://schemas.microsoft.com/office/drawing/2014/main" val="3441512206"/>
                    </a:ext>
                  </a:extLst>
                </a:gridCol>
              </a:tblGrid>
              <a:tr h="370840">
                <a:tc>
                  <a:txBody>
                    <a:bodyPr/>
                    <a:lstStyle/>
                    <a:p>
                      <a:r>
                        <a:rPr lang="vi-VN" sz="1600" b="1" dirty="0"/>
                        <a:t>Tên ngành/chuyên ngành</a:t>
                      </a:r>
                      <a:endParaRPr lang="en-US" sz="1600" b="1" dirty="0"/>
                    </a:p>
                  </a:txBody>
                  <a:tcPr>
                    <a:solidFill>
                      <a:schemeClr val="bg1"/>
                    </a:solidFill>
                  </a:tcPr>
                </a:tc>
                <a:tc>
                  <a:txBody>
                    <a:bodyPr/>
                    <a:lstStyle/>
                    <a:p>
                      <a:pPr algn="r"/>
                      <a:r>
                        <a:rPr lang="vi-VN" sz="1600" b="1" dirty="0"/>
                        <a:t>Số lượng tuyển sinh</a:t>
                      </a:r>
                      <a:endParaRPr lang="en-US" sz="1600" b="1" dirty="0"/>
                    </a:p>
                  </a:txBody>
                  <a:tcPr>
                    <a:solidFill>
                      <a:schemeClr val="bg1"/>
                    </a:solidFill>
                  </a:tcPr>
                </a:tc>
                <a:extLst>
                  <a:ext uri="{0D108BD9-81ED-4DB2-BD59-A6C34878D82A}">
                    <a16:rowId xmlns:a16="http://schemas.microsoft.com/office/drawing/2014/main" val="2307909541"/>
                  </a:ext>
                </a:extLst>
              </a:tr>
              <a:tr h="370840">
                <a:tc>
                  <a:txBody>
                    <a:bodyPr/>
                    <a:lstStyle/>
                    <a:p>
                      <a:r>
                        <a:rPr lang="vi-VN" sz="1600" b="1" dirty="0"/>
                        <a:t>Công nghệ thông tin</a:t>
                      </a:r>
                    </a:p>
                  </a:txBody>
                  <a:tcPr>
                    <a:solidFill>
                      <a:schemeClr val="bg1"/>
                    </a:solidFill>
                  </a:tcPr>
                </a:tc>
                <a:tc>
                  <a:txBody>
                    <a:bodyPr/>
                    <a:lstStyle/>
                    <a:p>
                      <a:pPr algn="r"/>
                      <a:r>
                        <a:rPr lang="vi-VN" sz="1600" b="1" dirty="0"/>
                        <a:t>272</a:t>
                      </a:r>
                      <a:endParaRPr lang="en-US" sz="1600" b="1" dirty="0"/>
                    </a:p>
                  </a:txBody>
                  <a:tcPr>
                    <a:solidFill>
                      <a:schemeClr val="bg1"/>
                    </a:solidFill>
                  </a:tcPr>
                </a:tc>
                <a:extLst>
                  <a:ext uri="{0D108BD9-81ED-4DB2-BD59-A6C34878D82A}">
                    <a16:rowId xmlns:a16="http://schemas.microsoft.com/office/drawing/2014/main" val="400624228"/>
                  </a:ext>
                </a:extLst>
              </a:tr>
              <a:tr h="370840">
                <a:tc>
                  <a:txBody>
                    <a:bodyPr/>
                    <a:lstStyle/>
                    <a:p>
                      <a:r>
                        <a:rPr lang="vi-VN" sz="1600" b="1" dirty="0"/>
                        <a:t>Công nghệ thong tin - CLC</a:t>
                      </a:r>
                      <a:endParaRPr lang="en-US" sz="1600" b="1" dirty="0"/>
                    </a:p>
                  </a:txBody>
                  <a:tcPr>
                    <a:solidFill>
                      <a:schemeClr val="bg1"/>
                    </a:solidFill>
                  </a:tcPr>
                </a:tc>
                <a:tc>
                  <a:txBody>
                    <a:bodyPr/>
                    <a:lstStyle/>
                    <a:p>
                      <a:pPr algn="r"/>
                      <a:r>
                        <a:rPr lang="vi-VN" sz="1600" b="1" dirty="0"/>
                        <a:t>144</a:t>
                      </a:r>
                      <a:endParaRPr lang="en-US" sz="1600" b="1" dirty="0"/>
                    </a:p>
                  </a:txBody>
                  <a:tcPr>
                    <a:solidFill>
                      <a:schemeClr val="bg1"/>
                    </a:solidFill>
                  </a:tcPr>
                </a:tc>
                <a:extLst>
                  <a:ext uri="{0D108BD9-81ED-4DB2-BD59-A6C34878D82A}">
                    <a16:rowId xmlns:a16="http://schemas.microsoft.com/office/drawing/2014/main" val="3176383077"/>
                  </a:ext>
                </a:extLst>
              </a:tr>
              <a:tr h="370840">
                <a:tc>
                  <a:txBody>
                    <a:bodyPr/>
                    <a:lstStyle/>
                    <a:p>
                      <a:r>
                        <a:rPr lang="vi-VN" sz="1600" b="1" dirty="0"/>
                        <a:t>Công nghệ thông tin - HA</a:t>
                      </a:r>
                      <a:endParaRPr lang="en-US" sz="1600" b="1" dirty="0"/>
                    </a:p>
                  </a:txBody>
                  <a:tcPr>
                    <a:solidFill>
                      <a:schemeClr val="bg1"/>
                    </a:solidFill>
                  </a:tcPr>
                </a:tc>
                <a:tc>
                  <a:txBody>
                    <a:bodyPr/>
                    <a:lstStyle/>
                    <a:p>
                      <a:pPr algn="r"/>
                      <a:r>
                        <a:rPr lang="vi-VN" sz="1600" b="1" dirty="0"/>
                        <a:t>75</a:t>
                      </a:r>
                      <a:endParaRPr lang="en-US" sz="1600" b="1" dirty="0"/>
                    </a:p>
                  </a:txBody>
                  <a:tcPr>
                    <a:solidFill>
                      <a:schemeClr val="bg1"/>
                    </a:solidFill>
                  </a:tcPr>
                </a:tc>
                <a:extLst>
                  <a:ext uri="{0D108BD9-81ED-4DB2-BD59-A6C34878D82A}">
                    <a16:rowId xmlns:a16="http://schemas.microsoft.com/office/drawing/2014/main" val="370182026"/>
                  </a:ext>
                </a:extLst>
              </a:tr>
              <a:tr h="370840">
                <a:tc>
                  <a:txBody>
                    <a:bodyPr/>
                    <a:lstStyle/>
                    <a:p>
                      <a:r>
                        <a:rPr lang="vi-VN" sz="1600" b="1" dirty="0"/>
                        <a:t>Mạng máy tính và truyền thông dữ liệu</a:t>
                      </a:r>
                      <a:endParaRPr lang="en-US" sz="1600" b="1" dirty="0"/>
                    </a:p>
                  </a:txBody>
                  <a:tcPr>
                    <a:solidFill>
                      <a:schemeClr val="bg1"/>
                    </a:solidFill>
                  </a:tcPr>
                </a:tc>
                <a:tc>
                  <a:txBody>
                    <a:bodyPr/>
                    <a:lstStyle/>
                    <a:p>
                      <a:pPr algn="r"/>
                      <a:r>
                        <a:rPr lang="vi-VN" sz="1600" b="1" dirty="0"/>
                        <a:t>149</a:t>
                      </a:r>
                      <a:endParaRPr lang="en-US" sz="1600" b="1" dirty="0"/>
                    </a:p>
                  </a:txBody>
                  <a:tcPr>
                    <a:solidFill>
                      <a:schemeClr val="bg1"/>
                    </a:solidFill>
                  </a:tcPr>
                </a:tc>
                <a:extLst>
                  <a:ext uri="{0D108BD9-81ED-4DB2-BD59-A6C34878D82A}">
                    <a16:rowId xmlns:a16="http://schemas.microsoft.com/office/drawing/2014/main" val="3258071737"/>
                  </a:ext>
                </a:extLst>
              </a:tr>
              <a:tr h="370840">
                <a:tc>
                  <a:txBody>
                    <a:bodyPr/>
                    <a:lstStyle/>
                    <a:p>
                      <a:r>
                        <a:rPr lang="vi-VN" sz="1600" b="1" dirty="0"/>
                        <a:t>Kỹ thuật phần mềm</a:t>
                      </a:r>
                      <a:endParaRPr lang="en-US" sz="1600" b="1" dirty="0"/>
                    </a:p>
                  </a:txBody>
                  <a:tcPr>
                    <a:solidFill>
                      <a:schemeClr val="bg1"/>
                    </a:solidFill>
                  </a:tcPr>
                </a:tc>
                <a:tc>
                  <a:txBody>
                    <a:bodyPr/>
                    <a:lstStyle/>
                    <a:p>
                      <a:pPr algn="r"/>
                      <a:r>
                        <a:rPr lang="vi-VN" sz="1600" b="1" dirty="0"/>
                        <a:t>266</a:t>
                      </a:r>
                      <a:endParaRPr lang="en-US" sz="1600" b="1" dirty="0"/>
                    </a:p>
                  </a:txBody>
                  <a:tcPr>
                    <a:solidFill>
                      <a:schemeClr val="bg1"/>
                    </a:solidFill>
                  </a:tcPr>
                </a:tc>
                <a:extLst>
                  <a:ext uri="{0D108BD9-81ED-4DB2-BD59-A6C34878D82A}">
                    <a16:rowId xmlns:a16="http://schemas.microsoft.com/office/drawing/2014/main" val="4266021918"/>
                  </a:ext>
                </a:extLst>
              </a:tr>
              <a:tr h="370840">
                <a:tc>
                  <a:txBody>
                    <a:bodyPr/>
                    <a:lstStyle/>
                    <a:p>
                      <a:r>
                        <a:rPr lang="vi-VN" sz="1600" b="1" dirty="0"/>
                        <a:t>Hệ thống thông tin</a:t>
                      </a:r>
                      <a:endParaRPr lang="en-US" sz="1600" b="1" dirty="0"/>
                    </a:p>
                  </a:txBody>
                  <a:tcPr>
                    <a:solidFill>
                      <a:schemeClr val="bg1"/>
                    </a:solidFill>
                  </a:tcPr>
                </a:tc>
                <a:tc>
                  <a:txBody>
                    <a:bodyPr/>
                    <a:lstStyle/>
                    <a:p>
                      <a:pPr algn="r"/>
                      <a:r>
                        <a:rPr lang="vi-VN" sz="1600" b="1" dirty="0"/>
                        <a:t>135</a:t>
                      </a:r>
                      <a:endParaRPr lang="en-US" sz="1600" b="1" dirty="0"/>
                    </a:p>
                  </a:txBody>
                  <a:tcPr>
                    <a:solidFill>
                      <a:schemeClr val="bg1"/>
                    </a:solidFill>
                  </a:tcPr>
                </a:tc>
                <a:extLst>
                  <a:ext uri="{0D108BD9-81ED-4DB2-BD59-A6C34878D82A}">
                    <a16:rowId xmlns:a16="http://schemas.microsoft.com/office/drawing/2014/main" val="112516631"/>
                  </a:ext>
                </a:extLst>
              </a:tr>
              <a:tr h="370840">
                <a:tc>
                  <a:txBody>
                    <a:bodyPr/>
                    <a:lstStyle/>
                    <a:p>
                      <a:r>
                        <a:rPr lang="vi-VN" sz="1600" b="1" dirty="0"/>
                        <a:t>Khoa học máy tính</a:t>
                      </a:r>
                      <a:endParaRPr lang="en-US" sz="1600" b="1" dirty="0"/>
                    </a:p>
                  </a:txBody>
                  <a:tcPr>
                    <a:solidFill>
                      <a:schemeClr val="bg1"/>
                    </a:solidFill>
                  </a:tcPr>
                </a:tc>
                <a:tc>
                  <a:txBody>
                    <a:bodyPr/>
                    <a:lstStyle/>
                    <a:p>
                      <a:pPr algn="r"/>
                      <a:r>
                        <a:rPr lang="vi-VN" sz="1600" b="1" dirty="0"/>
                        <a:t>178</a:t>
                      </a:r>
                      <a:endParaRPr lang="en-US" sz="1600" b="1" dirty="0"/>
                    </a:p>
                  </a:txBody>
                  <a:tcPr>
                    <a:solidFill>
                      <a:schemeClr val="bg1"/>
                    </a:solidFill>
                  </a:tcPr>
                </a:tc>
                <a:extLst>
                  <a:ext uri="{0D108BD9-81ED-4DB2-BD59-A6C34878D82A}">
                    <a16:rowId xmlns:a16="http://schemas.microsoft.com/office/drawing/2014/main" val="4236604866"/>
                  </a:ext>
                </a:extLst>
              </a:tr>
              <a:tr h="370840">
                <a:tc>
                  <a:txBody>
                    <a:bodyPr/>
                    <a:lstStyle/>
                    <a:p>
                      <a:r>
                        <a:rPr lang="vi-VN" sz="1600" b="1" dirty="0"/>
                        <a:t>Tin học ứng dụng</a:t>
                      </a:r>
                      <a:endParaRPr lang="en-US" sz="1600" b="1" dirty="0"/>
                    </a:p>
                  </a:txBody>
                  <a:tcPr>
                    <a:solidFill>
                      <a:schemeClr val="bg1"/>
                    </a:solidFill>
                  </a:tcPr>
                </a:tc>
                <a:tc>
                  <a:txBody>
                    <a:bodyPr/>
                    <a:lstStyle/>
                    <a:p>
                      <a:pPr algn="r"/>
                      <a:r>
                        <a:rPr lang="vi-VN" sz="1600" b="1" dirty="0"/>
                        <a:t>32</a:t>
                      </a:r>
                      <a:endParaRPr lang="en-US" sz="1600" b="1" dirty="0"/>
                    </a:p>
                  </a:txBody>
                  <a:tcPr>
                    <a:solidFill>
                      <a:schemeClr val="bg1"/>
                    </a:solidFill>
                  </a:tcPr>
                </a:tc>
                <a:extLst>
                  <a:ext uri="{0D108BD9-81ED-4DB2-BD59-A6C34878D82A}">
                    <a16:rowId xmlns:a16="http://schemas.microsoft.com/office/drawing/2014/main" val="669316947"/>
                  </a:ext>
                </a:extLst>
              </a:tr>
              <a:tr h="370840">
                <a:tc>
                  <a:txBody>
                    <a:bodyPr/>
                    <a:lstStyle/>
                    <a:p>
                      <a:r>
                        <a:rPr lang="vi-VN" sz="1600" b="1" dirty="0"/>
                        <a:t>Tổng </a:t>
                      </a:r>
                      <a:endParaRPr lang="en-US" sz="1600" b="1" dirty="0"/>
                    </a:p>
                  </a:txBody>
                  <a:tcPr>
                    <a:solidFill>
                      <a:schemeClr val="bg1"/>
                    </a:solidFill>
                  </a:tcPr>
                </a:tc>
                <a:tc>
                  <a:txBody>
                    <a:bodyPr/>
                    <a:lstStyle/>
                    <a:p>
                      <a:pPr algn="r"/>
                      <a:r>
                        <a:rPr lang="vi-VN" sz="1600" b="1" dirty="0"/>
                        <a:t>1251</a:t>
                      </a:r>
                      <a:endParaRPr lang="en-US" sz="1600" b="1" dirty="0"/>
                    </a:p>
                  </a:txBody>
                  <a:tcPr>
                    <a:solidFill>
                      <a:schemeClr val="bg1"/>
                    </a:solidFill>
                  </a:tcPr>
                </a:tc>
                <a:extLst>
                  <a:ext uri="{0D108BD9-81ED-4DB2-BD59-A6C34878D82A}">
                    <a16:rowId xmlns:a16="http://schemas.microsoft.com/office/drawing/2014/main" val="221556998"/>
                  </a:ext>
                </a:extLst>
              </a:tr>
            </a:tbl>
          </a:graphicData>
        </a:graphic>
      </p:graphicFrame>
      <p:sp>
        <p:nvSpPr>
          <p:cNvPr id="6" name="Rectangle 5">
            <a:extLst>
              <a:ext uri="{FF2B5EF4-FFF2-40B4-BE49-F238E27FC236}">
                <a16:creationId xmlns:a16="http://schemas.microsoft.com/office/drawing/2014/main" id="{BB7A08E1-92E8-6931-336D-448F967CEF7A}"/>
              </a:ext>
            </a:extLst>
          </p:cNvPr>
          <p:cNvSpPr/>
          <p:nvPr/>
        </p:nvSpPr>
        <p:spPr>
          <a:xfrm>
            <a:off x="9276080" y="1269179"/>
            <a:ext cx="589280" cy="57912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U-Turn 6">
            <a:hlinkClick r:id="rId2" action="ppaction://hlinksldjump"/>
            <a:extLst>
              <a:ext uri="{FF2B5EF4-FFF2-40B4-BE49-F238E27FC236}">
                <a16:creationId xmlns:a16="http://schemas.microsoft.com/office/drawing/2014/main" id="{57CA927B-4906-E4A4-4F36-997BBED805E6}"/>
              </a:ext>
            </a:extLst>
          </p:cNvPr>
          <p:cNvSpPr/>
          <p:nvPr/>
        </p:nvSpPr>
        <p:spPr>
          <a:xfrm rot="10800000" flipH="1">
            <a:off x="9377680" y="1378581"/>
            <a:ext cx="426720" cy="360311"/>
          </a:xfrm>
          <a:prstGeom prst="uturnArrow">
            <a:avLst>
              <a:gd name="adj1" fmla="val 31818"/>
              <a:gd name="adj2" fmla="val 25000"/>
              <a:gd name="adj3" fmla="val 25000"/>
              <a:gd name="adj4" fmla="val 32471"/>
              <a:gd name="adj5" fmla="val 100000"/>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Slide Number Placeholder 9">
            <a:extLst>
              <a:ext uri="{FF2B5EF4-FFF2-40B4-BE49-F238E27FC236}">
                <a16:creationId xmlns:a16="http://schemas.microsoft.com/office/drawing/2014/main" id="{1F424548-895C-DA59-7AAF-8536F23DA201}"/>
              </a:ext>
            </a:extLst>
          </p:cNvPr>
          <p:cNvSpPr>
            <a:spLocks noGrp="1"/>
          </p:cNvSpPr>
          <p:nvPr>
            <p:ph type="sldNum" sz="quarter" idx="12"/>
          </p:nvPr>
        </p:nvSpPr>
        <p:spPr/>
        <p:txBody>
          <a:bodyPr/>
          <a:lstStyle/>
          <a:p>
            <a:fld id="{E2E4E197-E008-45A3-98F2-A01D8E0D3EA7}" type="slidenum">
              <a:rPr lang="en-US" smtClean="0"/>
              <a:pPr/>
              <a:t>8</a:t>
            </a:fld>
            <a:endParaRPr lang="en-US" sz="1800" dirty="0"/>
          </a:p>
        </p:txBody>
      </p:sp>
    </p:spTree>
    <p:extLst>
      <p:ext uri="{BB962C8B-B14F-4D97-AF65-F5344CB8AC3E}">
        <p14:creationId xmlns:p14="http://schemas.microsoft.com/office/powerpoint/2010/main" val="19845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399</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Times New Roman</vt:lpstr>
      <vt:lpstr>Wingdings</vt:lpstr>
      <vt:lpstr>Office Theme</vt:lpstr>
      <vt:lpstr>BỐ CỤC MỘT BÀY THUYẾT TRÌNH</vt:lpstr>
      <vt:lpstr>Giới thiệu</vt:lpstr>
      <vt:lpstr>Phần mở đầu</vt:lpstr>
      <vt:lpstr>Phần chính</vt:lpstr>
      <vt:lpstr>Phần kết</vt:lpstr>
      <vt:lpstr>PowerPoint Presentation</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 HN</dc:creator>
  <cp:lastModifiedBy>10 HN</cp:lastModifiedBy>
  <cp:revision>2</cp:revision>
  <dcterms:created xsi:type="dcterms:W3CDTF">2026-02-04T11:17:09Z</dcterms:created>
  <dcterms:modified xsi:type="dcterms:W3CDTF">2026-02-04T12:39:51Z</dcterms:modified>
</cp:coreProperties>
</file>