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CNTT" id="0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  <p:custShow name="KHTN" id="1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EA42C-5F70-4CF7-95F2-E2875AEAA359}" type="datetimeFigureOut">
              <a:rPr lang="vi-VN" smtClean="0"/>
              <a:t>05/02/2026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47817-EB8F-4F4B-B38E-1C3328E658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4598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6B77-E056-4B56-9E90-3BC57A8AB275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lang="en-US" sz="3200" kern="1200" cap="all" baseline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>
              <a:buFont typeface="Times New Roman" panose="02020603050405020304" pitchFamily="18" charset="0"/>
              <a:buChar char="-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buFont typeface="Times New Roman" panose="02020603050405020304" pitchFamily="18" charset="0"/>
              <a:buChar char="+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B42-868A-4A8C-946F-7AB64D928542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0EC0-75DF-46CA-AA9A-8CF019AC74CD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06FBC-2789-4BBB-BB90-2ADD4454C7EF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C90C-8F0C-4106-AA53-795F2ACD2B5F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A342-958F-42E5-86F6-69E467FF31E3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BFCD3-2617-4D42-AA12-BE6826AD7719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CD5F-74D4-4EEA-B23F-2A18E8DDEC6B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E0184-165B-44D1-952D-6EAE34D780C5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73BA-6918-48BE-BCBE-780BE22C7D06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3D9C-6564-49C4-A789-F62FB10DEC6E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96CB-ADF4-4417-BA90-20057633A376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C037-6E52-40C9-B5EB-A0EC7CE755CC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8E6A-E491-4C62-AF71-1BEF3688D184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B3302-C18B-4B3D-8707-D0F9FD8897E8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FD24-09DC-4006-AE33-353CC7818CD4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BC12-3415-471D-B14E-5FF4771BC95C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F79A462-A954-4653-AB72-974B3F713245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168" y="786231"/>
            <a:ext cx="1261058" cy="126074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-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6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 sz="3200" b="1" dirty="0" smtClean="0"/>
              <a:t>Đại học cần thơ – quá </a:t>
            </a:r>
            <a:br>
              <a:rPr lang="vi-VN" sz="3200" b="1" dirty="0" smtClean="0"/>
            </a:br>
            <a:r>
              <a:rPr lang="vi-VN" sz="3200" b="1" dirty="0" smtClean="0"/>
              <a:t>trình hình thành và </a:t>
            </a:r>
            <a:br>
              <a:rPr lang="vi-VN" sz="3200" b="1" dirty="0" smtClean="0"/>
            </a:br>
            <a:r>
              <a:rPr lang="vi-VN" sz="3200" b="1" dirty="0" smtClean="0"/>
              <a:t>phát triển</a:t>
            </a:r>
            <a:endParaRPr lang="vi-VN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Ts. Nguyễn văn a</a:t>
            </a:r>
            <a:endParaRPr lang="vi-VN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196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Nội dung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vi-VN" dirty="0" smtClean="0"/>
              <a:t>Thời kỳ viện đại học cần thơ (1966 – 1975)</a:t>
            </a:r>
          </a:p>
          <a:p>
            <a:r>
              <a:rPr lang="vi-VN" dirty="0" smtClean="0"/>
              <a:t>Đhct giai đoạn sau năm 1975</a:t>
            </a:r>
          </a:p>
          <a:p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9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Thời kỳ viện đại học cần thơ (1966 – 1975)</a:t>
            </a:r>
            <a:endParaRPr lang="vi-V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 smtClean="0"/>
              <a:t>Được thành lập ngày 31 tháng 03 năm 1966</a:t>
            </a:r>
          </a:p>
          <a:p>
            <a:r>
              <a:rPr lang="vi-VN" dirty="0" smtClean="0"/>
              <a:t>Viện đại học cần thơ có bốn khoa:</a:t>
            </a:r>
          </a:p>
          <a:p>
            <a:pPr lvl="1"/>
            <a:r>
              <a:rPr lang="vi-VN" dirty="0" smtClean="0"/>
              <a:t>Khoa học</a:t>
            </a:r>
          </a:p>
          <a:p>
            <a:pPr lvl="1"/>
            <a:r>
              <a:rPr lang="vi-VN" dirty="0" smtClean="0"/>
              <a:t>Luật khoa</a:t>
            </a:r>
          </a:p>
          <a:p>
            <a:pPr lvl="1"/>
            <a:r>
              <a:rPr lang="vi-VN" dirty="0" smtClean="0"/>
              <a:t>Khoa học xã hội, văn khoa, sư phạm</a:t>
            </a:r>
          </a:p>
          <a:p>
            <a:pPr lvl="1"/>
            <a:r>
              <a:rPr lang="vi-VN" dirty="0" smtClean="0"/>
              <a:t>Cao đẳng nông nghiệp và trung tâm sinh ngữ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50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Thời kỳ viện đại học cần thơ (1966 – 1975)</a:t>
            </a:r>
            <a:endParaRPr lang="vi-V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 smtClean="0"/>
              <a:t>Cơ sở vật chất của viện đại học cần thơ tọa lạc trên 4 địa điểm</a:t>
            </a:r>
          </a:p>
          <a:p>
            <a:pPr lvl="1"/>
            <a:r>
              <a:rPr lang="vi-VN" dirty="0" smtClean="0"/>
              <a:t>Tòa viện trưởng (số 5, đại lộ hòa bình)</a:t>
            </a:r>
          </a:p>
          <a:p>
            <a:pPr lvl="1"/>
            <a:r>
              <a:rPr lang="vi-VN" dirty="0" smtClean="0"/>
              <a:t>Khu I (đường 30/4)</a:t>
            </a:r>
          </a:p>
          <a:p>
            <a:pPr lvl="1"/>
            <a:r>
              <a:rPr lang="vi-VN" dirty="0" smtClean="0"/>
              <a:t>Khu II (đường 3/2)</a:t>
            </a:r>
          </a:p>
          <a:p>
            <a:pPr lvl="1"/>
            <a:r>
              <a:rPr lang="vi-VN" dirty="0" smtClean="0"/>
              <a:t>Khu III (số 1, lý tự trọng)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97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Đhct giai đoạn sau năm 1975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 smtClean="0"/>
              <a:t>Viện đại học cần thơ được đổi thành đhct</a:t>
            </a:r>
          </a:p>
          <a:p>
            <a:r>
              <a:rPr lang="vi-VN" dirty="0" smtClean="0"/>
              <a:t>Cơ cầu đhct hiện nay</a:t>
            </a:r>
          </a:p>
          <a:p>
            <a:pPr lvl="1"/>
            <a:r>
              <a:rPr lang="vi-VN" dirty="0" smtClean="0"/>
              <a:t>Khoa – viện</a:t>
            </a:r>
          </a:p>
          <a:p>
            <a:pPr lvl="1"/>
            <a:r>
              <a:rPr lang="vi-VN" dirty="0" smtClean="0"/>
              <a:t>Trung tâm – trung tâm đào tạo</a:t>
            </a:r>
          </a:p>
          <a:p>
            <a:pPr lvl="1"/>
            <a:r>
              <a:rPr lang="vi-VN" dirty="0" smtClean="0"/>
              <a:t>Phòng ban chức năng</a:t>
            </a:r>
          </a:p>
          <a:p>
            <a:pPr lvl="1"/>
            <a:r>
              <a:rPr lang="vi-VN" dirty="0" smtClean="0"/>
              <a:t>Đoàn thể &amp; hội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9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Đhct giai đoạn sau năm 1975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 smtClean="0"/>
              <a:t>Khoa khoa học tự nhiên</a:t>
            </a:r>
          </a:p>
          <a:p>
            <a:pPr lvl="1"/>
            <a:r>
              <a:rPr lang="vi-VN" dirty="0" smtClean="0"/>
              <a:t>Ngày 14/1/1998, trường đhct khánh thành khoa khoa học</a:t>
            </a:r>
          </a:p>
          <a:p>
            <a:pPr lvl="1"/>
            <a:r>
              <a:rPr lang="vi-VN" dirty="0" smtClean="0"/>
              <a:t>Cơ sở vật chất</a:t>
            </a:r>
          </a:p>
          <a:p>
            <a:pPr lvl="2"/>
            <a:r>
              <a:rPr lang="vi-VN" dirty="0" smtClean="0"/>
              <a:t>12 phòng thí nghiệm (PTN) cho sinh, hóa, vật lý</a:t>
            </a:r>
          </a:p>
          <a:p>
            <a:pPr lvl="2"/>
            <a:r>
              <a:rPr lang="vi-VN" dirty="0" smtClean="0"/>
              <a:t>06 phòng máy tính được nối mạng với nhau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1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Đhct giai đoạn sau năm 1975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 smtClean="0"/>
              <a:t>Khoa khoa học tự nhiên</a:t>
            </a:r>
          </a:p>
          <a:p>
            <a:pPr lvl="1"/>
            <a:r>
              <a:rPr lang="vi-VN" dirty="0" smtClean="0"/>
              <a:t>Cơ sở vật chất</a:t>
            </a:r>
          </a:p>
          <a:p>
            <a:pPr lvl="2"/>
            <a:r>
              <a:rPr lang="vi-VN" dirty="0" smtClean="0"/>
              <a:t>Vp khoa và xưởng sửa chữa</a:t>
            </a:r>
          </a:p>
          <a:p>
            <a:pPr lvl="2"/>
            <a:r>
              <a:rPr lang="vi-VN" dirty="0" smtClean="0"/>
              <a:t>Năm 2010, trường đã đầu tư mở rộng khu ptn của khoa</a:t>
            </a:r>
          </a:p>
          <a:p>
            <a:pPr lvl="2"/>
            <a:r>
              <a:rPr lang="vi-VN" dirty="0" smtClean="0"/>
              <a:t>Xây mới khu nhà 3 tầng với 22 phòng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01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Đhct giai đoạn sau năm 1975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 smtClean="0"/>
              <a:t>Khoa khoa học tự nhiên</a:t>
            </a:r>
          </a:p>
          <a:p>
            <a:pPr lvl="1"/>
            <a:r>
              <a:rPr lang="vi-VN" dirty="0" smtClean="0"/>
              <a:t>Khoa khtn hiện nay gồm 04 bộ môn</a:t>
            </a:r>
          </a:p>
          <a:p>
            <a:pPr lvl="2"/>
            <a:r>
              <a:rPr lang="vi-VN" dirty="0" smtClean="0"/>
              <a:t>Bộ môn sinh học</a:t>
            </a:r>
          </a:p>
          <a:p>
            <a:pPr lvl="2"/>
            <a:r>
              <a:rPr lang="vi-VN" dirty="0" smtClean="0"/>
              <a:t>Bộ môn hóa học</a:t>
            </a:r>
          </a:p>
          <a:p>
            <a:pPr lvl="2"/>
            <a:r>
              <a:rPr lang="vi-VN" dirty="0" smtClean="0"/>
              <a:t>Bộ môn toán học</a:t>
            </a:r>
          </a:p>
          <a:p>
            <a:pPr lvl="2"/>
            <a:r>
              <a:rPr lang="vi-VN" dirty="0" smtClean="0"/>
              <a:t>Bộ môn vật lý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93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Đhct giai đoạn sau năm 1975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r>
              <a:rPr lang="vi-VN" dirty="0" smtClean="0"/>
              <a:t>Khoa khoa học tự nhiên</a:t>
            </a:r>
          </a:p>
          <a:p>
            <a:pPr lvl="1"/>
            <a:r>
              <a:rPr lang="vi-VN" dirty="0" smtClean="0"/>
              <a:t>Công tác đào tạo</a:t>
            </a:r>
          </a:p>
          <a:p>
            <a:pPr lvl="2"/>
            <a:r>
              <a:rPr lang="vi-VN" dirty="0"/>
              <a:t>Đại học: </a:t>
            </a:r>
            <a:r>
              <a:rPr lang="vi-VN" dirty="0" smtClean="0"/>
              <a:t>....</a:t>
            </a:r>
            <a:endParaRPr lang="vi-VN" dirty="0"/>
          </a:p>
          <a:p>
            <a:pPr lvl="2"/>
            <a:r>
              <a:rPr lang="vi-VN" dirty="0"/>
              <a:t>Sđh: </a:t>
            </a:r>
            <a:r>
              <a:rPr lang="vi-VN" dirty="0" smtClean="0"/>
              <a:t>....</a:t>
            </a:r>
          </a:p>
          <a:p>
            <a:pPr lvl="1"/>
            <a:r>
              <a:rPr lang="vi-VN" dirty="0" smtClean="0"/>
              <a:t>Công tác nckh, vào cáo chuyên đề: ....</a:t>
            </a:r>
          </a:p>
          <a:p>
            <a:pPr lvl="1"/>
            <a:r>
              <a:rPr lang="vi-VN" dirty="0" smtClean="0"/>
              <a:t>Công tác đào tạo và bồi dưỡng cán bộ: ....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72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Đhct giai đoạn sau năm 1975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vi-VN" dirty="0" smtClean="0">
                <a:hlinkClick r:id="rId2"/>
              </a:rPr>
              <a:t>Khoa cntt &amp; tt</a:t>
            </a:r>
            <a:endParaRPr lang="vi-VN" dirty="0" smtClean="0"/>
          </a:p>
          <a:p>
            <a:pPr lvl="1"/>
            <a:r>
              <a:rPr lang="vi-VN" dirty="0" smtClean="0"/>
              <a:t>Được thành lập năm 1994 trên cơ sở trung tâm điện tử và tin học</a:t>
            </a:r>
          </a:p>
          <a:p>
            <a:pPr lvl="1"/>
            <a:r>
              <a:rPr lang="vi-VN" dirty="0" smtClean="0"/>
              <a:t>Nhiệm vụ của khoa là đào tạo</a:t>
            </a:r>
          </a:p>
          <a:p>
            <a:pPr lvl="2"/>
            <a:r>
              <a:rPr lang="vi-VN" dirty="0" smtClean="0"/>
              <a:t>Đại học và sau đại học</a:t>
            </a:r>
          </a:p>
          <a:p>
            <a:pPr lvl="2"/>
            <a:r>
              <a:rPr lang="vi-VN" dirty="0" smtClean="0"/>
              <a:t>Nckh và chuyển giao công nghệ trong lĩnh vực cntt&amp;TT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17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Đhct giai đoạn sau năm 1975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 smtClean="0"/>
              <a:t>Khoa cntt &amp; tt</a:t>
            </a:r>
          </a:p>
          <a:p>
            <a:pPr lvl="1"/>
            <a:r>
              <a:rPr lang="vi-VN" dirty="0" smtClean="0"/>
              <a:t>Tầm nhìn đến năm 2020</a:t>
            </a:r>
          </a:p>
          <a:p>
            <a:pPr lvl="2"/>
            <a:r>
              <a:rPr lang="vi-VN" dirty="0" smtClean="0"/>
              <a:t>Đơn vị đào tạo và</a:t>
            </a:r>
          </a:p>
          <a:p>
            <a:pPr lvl="2"/>
            <a:r>
              <a:rPr lang="vi-VN" dirty="0" smtClean="0"/>
              <a:t>Nghiên cứu khoa học về cntt&amp;tt mạng của cả nước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17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Đhct giai đoạn sau năm 1975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 smtClean="0"/>
              <a:t>Khoa cntt &amp; tt</a:t>
            </a:r>
          </a:p>
          <a:p>
            <a:pPr lvl="1"/>
            <a:r>
              <a:rPr lang="vi-VN" dirty="0" smtClean="0"/>
              <a:t>Các bộ môn và trung tâm</a:t>
            </a:r>
          </a:p>
          <a:p>
            <a:pPr lvl="2"/>
            <a:r>
              <a:rPr lang="vi-VN" dirty="0" smtClean="0"/>
              <a:t>Bộ môn hệ thống thông tin</a:t>
            </a:r>
          </a:p>
          <a:p>
            <a:pPr lvl="2"/>
            <a:r>
              <a:rPr lang="vi-VN" dirty="0" smtClean="0"/>
              <a:t>Bộ môn mạng máy tính và truyền thông</a:t>
            </a:r>
          </a:p>
          <a:p>
            <a:pPr lvl="2"/>
            <a:r>
              <a:rPr lang="vi-VN" dirty="0" smtClean="0"/>
              <a:t>Bộ môn công nghệ phần mềm</a:t>
            </a:r>
          </a:p>
          <a:p>
            <a:pPr lvl="2"/>
            <a:r>
              <a:rPr lang="vi-VN" dirty="0" smtClean="0"/>
              <a:t>Mộ môn khoa học máy tính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05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Đhct giai đoạn sau năm 1975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 smtClean="0"/>
              <a:t>Khoa cntt &amp; TT</a:t>
            </a:r>
          </a:p>
          <a:p>
            <a:pPr lvl="1"/>
            <a:r>
              <a:rPr lang="vi-VN" dirty="0" smtClean="0"/>
              <a:t>Các bộ môn và trung tâm</a:t>
            </a:r>
          </a:p>
          <a:p>
            <a:pPr lvl="2"/>
            <a:r>
              <a:rPr lang="vi-VN" dirty="0" smtClean="0"/>
              <a:t>Bộ môn công nghệ thông tin</a:t>
            </a:r>
          </a:p>
          <a:p>
            <a:pPr lvl="2"/>
            <a:r>
              <a:rPr lang="vi-VN" dirty="0" smtClean="0"/>
              <a:t>Bộ môn tin học ứng dụng</a:t>
            </a:r>
          </a:p>
          <a:p>
            <a:pPr lvl="2"/>
            <a:r>
              <a:rPr lang="vi-VN" dirty="0" smtClean="0"/>
              <a:t>Tổ văn phòng</a:t>
            </a:r>
          </a:p>
          <a:p>
            <a:pPr lvl="2"/>
            <a:r>
              <a:rPr lang="vi-VN" dirty="0" smtClean="0"/>
              <a:t>Trung tâm điện tử và tin học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03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1667" y="2767357"/>
            <a:ext cx="10364451" cy="1596177"/>
          </a:xfrm>
        </p:spPr>
        <p:txBody>
          <a:bodyPr/>
          <a:lstStyle/>
          <a:p>
            <a:r>
              <a:rPr lang="vi-VN" dirty="0" smtClean="0"/>
              <a:t>Cám ơn sự chú ý của quý vị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92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56</TotalTime>
  <Words>617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Wingdings</vt:lpstr>
      <vt:lpstr>Droplet</vt:lpstr>
      <vt:lpstr>Đại học cần thơ – quá  trình hình thành và  phát triển</vt:lpstr>
      <vt:lpstr>Nội dung</vt:lpstr>
      <vt:lpstr>Thời kỳ viện đại học cần thơ (1966 – 1975)</vt:lpstr>
      <vt:lpstr>Thời kỳ viện đại học cần thơ (1966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Cám ơn sự chú ý của quý vị</vt:lpstr>
      <vt:lpstr>CNTT</vt:lpstr>
      <vt:lpstr>KHTN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9</cp:revision>
  <dcterms:created xsi:type="dcterms:W3CDTF">2026-02-04T17:51:35Z</dcterms:created>
  <dcterms:modified xsi:type="dcterms:W3CDTF">2026-02-04T18:48:10Z</dcterms:modified>
</cp:coreProperties>
</file>